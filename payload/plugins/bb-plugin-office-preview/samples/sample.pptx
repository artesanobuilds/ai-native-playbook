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3"/>
    <p:sldId id="257" r:id="rId2"/>
  </p:sldIdLst>
</p:presentation>
</file>

<file path=ppt/_rels/presentation.xml.rels><?xml version="1.0" encoding="UTF-8"?><Relationships xmlns="http://schemas.openxmlformats.org/package/2006/relationships">
<Relationship Id="rId2" Type="http://schemas.openxmlformats.org/officeDocument/2006/relationships/slide" Target="slides/slide2.xml"/>
<Relationship Id="rId3" Type="http://schemas.openxmlformats.org/officeDocument/2006/relationships/slide" Target="slides/slide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s"/>
          <p:cNvSpPr/>
          <p:nvPr>
            <p:ph type="body"/>
          </p:nvPr>
        </p:nvSpPr>
        <p:txBody>
          <a:bodyPr/>
          <a:p>
            <a:r>
              <a:t>Remember to smile</a:t>
            </a:r>
          </a:p>
        </p:txBody>
      </p:sp>
      <p:sp>
        <p:nvSpPr>
          <p:cNvPr id="1" name="s"/>
          <p:cNvSpPr/>
          <p:nvPr>
            <p:ph type="sldNum"/>
          </p:nvPr>
        </p:nvSpPr>
        <p:txBody>
          <a:bodyPr/>
          <a:p>
            <a:r>
              <a:t>1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s"/>
          <p:cNvSpPr/>
          <p:nvPr>
            <p:ph type="ctrTitle"/>
          </p:nvPr>
        </p:nvSpPr>
        <p:txBody>
          <a:bodyPr/>
          <a:p>
            <a:r>
              <a:t>Welcome</a:t>
            </a:r>
          </a:p>
        </p:txBody>
      </p:sp>
      <p:sp>
        <p:nvSpPr>
          <p:cNvPr id="1" name="s"/>
          <p:cNvSpPr/>
          <p:nvPr/>
        </p:nvSpPr>
        <p:txBody>
          <a:bodyPr/>
          <a:p>
            <a:r>
              <a:t>First point</a:t>
            </a:r>
          </a:p>
          <a:p>
            <a:r>
              <a:t>Second point</a:t>
            </a:r>
          </a:p>
        </p:txBody>
      </p:sp>
      <p:pic>
        <p:nvPicPr>
          <p:cNvPr id="4" name="Picture"/>
          <p:cNvPicPr/>
          <p:nvPr/>
        </p:nvPicPr>
        <p:blipFill>
          <a:blip r:embed="rId2"/>
        </p:blipFill>
        <p:spPr/>
      </p:pic>
      <p:sp>
        <p:nvSpPr>
          <p:cNvPr id="1" name="s"/>
          <p:cNvSpPr/>
          <p:nvPr>
            <p:ph type="sldNum"/>
          </p:nvPr>
        </p:nvSpPr>
        <p:txBody>
          <a:bodyPr/>
          <a:p>
            <a:r>
              <a:t>7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aphicFrame>
        <p:nvGraphicFramePr>
          <p:cNvPr id="5" name="Table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Name</a:t>
                      </a:r>
                    </a:p>
                  </a:txBody>
                </a:tc>
                <a:tc>
                  <a:txBody>
                    <a:p>
                      <a:r>
                        <a:t>Qty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Apples</a:t>
                      </a:r>
                    </a:p>
                  </a:txBody>
                </a:tc>
                <a:tc>
                  <a:txBody>
                    <a:p>
                      <a:r>
                        <a:t>3</a:t>
                      </a:r>
                    </a:p>
                  </a:txBody>
                </a:tc>
              </a:tr>
            </a:tbl>
          </a:graphicData>
        </a:graphic>
      </p:graphicFrame>
      <p:grpSp>
        <p:nvGrpSpPr>
          <p:cNvPr id="6" name="g"/>
          <p:cNvGrpSpPr/>
          <p:nvPr/>
        </p:nvGrpSpPr>
        <p:sp>
          <p:nvSpPr>
            <p:cNvPr id="1" name="s"/>
            <p:cNvSpPr/>
            <p:nvPr/>
          </p:nvSpPr>
          <p:txBody>
            <a:bodyPr/>
            <a:p>
              <a:r>
                <a:t>Grouped text</a:t>
              </a:r>
            </a:p>
          </p:txBody>
        </p:sp>
      </p:grpSp>
    </p:spTree>
  </p:cSld>
</p:sld>
</file>